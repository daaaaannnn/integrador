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24" y="8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UCID-SOURCE" val="28c2xhjj1koL"/>
  <p:tag name="LUCID-DOCUMENT" val="68e94ad2-3fe1-4268-9b24-6343baa014c1"/>
  <p:tag name="LUCID-UPDATE-TIME" val="17801883557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UCID-SOURCE" val="Vad2hOnuP1Rn"/>
  <p:tag name="LUCID-DOCUMENT" val="68e94ad2-3fe1-4268-9b24-6343baa014c1"/>
  <p:tag name="LUCID-UPDATE-TIME" val="178018835572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Personalizado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Jesus Rueda</dc:creator>
  <cp:lastModifiedBy>Jesus Rueda</cp:lastModifiedBy>
  <cp:revision>2</cp:revision>
  <dcterms:created xsi:type="dcterms:W3CDTF">2006-08-16T00:00:00Z</dcterms:created>
  <dcterms:modified xsi:type="dcterms:W3CDTF">2026-05-31T00:47:44Z</dcterms:modified>
</cp:coreProperties>
</file>